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46D0-C25E-4B6D-98B7-E0D8FEDF07D1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DB7D4-0843-4118-A38C-C9BE8DC89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325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46D0-C25E-4B6D-98B7-E0D8FEDF07D1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DB7D4-0843-4118-A38C-C9BE8DC89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5677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46D0-C25E-4B6D-98B7-E0D8FEDF07D1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DB7D4-0843-4118-A38C-C9BE8DC89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682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46D0-C25E-4B6D-98B7-E0D8FEDF07D1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DB7D4-0843-4118-A38C-C9BE8DC89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23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46D0-C25E-4B6D-98B7-E0D8FEDF07D1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DB7D4-0843-4118-A38C-C9BE8DC89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8384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46D0-C25E-4B6D-98B7-E0D8FEDF07D1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DB7D4-0843-4118-A38C-C9BE8DC89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4533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46D0-C25E-4B6D-98B7-E0D8FEDF07D1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DB7D4-0843-4118-A38C-C9BE8DC89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9640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46D0-C25E-4B6D-98B7-E0D8FEDF07D1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DB7D4-0843-4118-A38C-C9BE8DC89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8753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46D0-C25E-4B6D-98B7-E0D8FEDF07D1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DB7D4-0843-4118-A38C-C9BE8DC89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3353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46D0-C25E-4B6D-98B7-E0D8FEDF07D1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DB7D4-0843-4118-A38C-C9BE8DC89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907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46D0-C25E-4B6D-98B7-E0D8FEDF07D1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DB7D4-0843-4118-A38C-C9BE8DC89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9868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46D0-C25E-4B6D-98B7-E0D8FEDF07D1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DB7D4-0843-4118-A38C-C9BE8DC89B4D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0624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46D0-C25E-4B6D-98B7-E0D8FEDF07D1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DB7D4-0843-4118-A38C-C9BE8DC89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4324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46D0-C25E-4B6D-98B7-E0D8FEDF07D1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DB7D4-0843-4118-A38C-C9BE8DC89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3190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46D0-C25E-4B6D-98B7-E0D8FEDF07D1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DB7D4-0843-4118-A38C-C9BE8DC89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46596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46D0-C25E-4B6D-98B7-E0D8FEDF07D1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DB7D4-0843-4118-A38C-C9BE8DC89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5041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46D0-C25E-4B6D-98B7-E0D8FEDF07D1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DB7D4-0843-4118-A38C-C9BE8DC89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0889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7D546D0-C25E-4B6D-98B7-E0D8FEDF07D1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82DB7D4-0843-4118-A38C-C9BE8DC89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31516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A36CD7-D9A8-71E4-3CD7-CF0CCFE141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Создание игры-шутера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09BAE89-C5FF-E318-AAC0-B66040741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560070"/>
          </a:xfrm>
        </p:spPr>
        <p:txBody>
          <a:bodyPr>
            <a:normAutofit/>
          </a:bodyPr>
          <a:lstStyle/>
          <a:p>
            <a:r>
              <a:rPr lang="ru-RU" dirty="0"/>
              <a:t>Проект </a:t>
            </a:r>
          </a:p>
          <a:p>
            <a:r>
              <a:rPr lang="ru-RU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1796126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0BA0D6-F2AC-BE16-D399-8D45A7479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71670"/>
            <a:ext cx="10353762" cy="970450"/>
          </a:xfrm>
        </p:spPr>
        <p:txBody>
          <a:bodyPr>
            <a:noAutofit/>
          </a:bodyPr>
          <a:lstStyle/>
          <a:p>
            <a:pPr indent="450215">
              <a:lnSpc>
                <a:spcPct val="107000"/>
              </a:lnSpc>
              <a:spcAft>
                <a:spcPts val="800"/>
              </a:spcAft>
            </a:pPr>
            <a:r>
              <a:rPr lang="ru-RU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Цель: создание шутера, игры, выполняющей ряд функций: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152604-F097-C5E0-634C-9FB1E0C19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113183"/>
            <a:ext cx="10353762" cy="4678017"/>
          </a:xfrm>
        </p:spPr>
        <p:txBody>
          <a:bodyPr>
            <a:noAutofit/>
          </a:bodyPr>
          <a:lstStyle/>
          <a:p>
            <a:pPr indent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Начало игры (стартовый экран)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Отображение игрового пространства, клетчатого поля. В зависимости от положения врагов и игрока, реализация анимации</a:t>
            </a:r>
          </a:p>
          <a:p>
            <a:pPr indent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Отображение главного героя, управление им с помощью стрелок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Появление врагов на карте в случайном порядке, их движение к главному герою и нанесение ими урона.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случае уничтожения всех врагов главным героем, игрок побеждает, в противном случае, он проигрывает.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855948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77EFB0-45DB-F903-71B7-6A237A23E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ГЛАВНОГО ЭКРАНА, МЕНЮ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32F0859-5C79-1A4E-C454-8BBD50F6C6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6630" y="1731963"/>
            <a:ext cx="7129214" cy="4059237"/>
          </a:xfrm>
        </p:spPr>
      </p:pic>
    </p:spTree>
    <p:extLst>
      <p:ext uri="{BB962C8B-B14F-4D97-AF65-F5344CB8AC3E}">
        <p14:creationId xmlns:p14="http://schemas.microsoft.com/office/powerpoint/2010/main" val="3790816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BB1BD-3621-B827-0340-423141AC8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2B4865-8238-40C3-539A-6F52DBA1B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ГЛАВНОГО ЭКРАНА, МЕНЮ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40EB5AC4-2E34-089B-DBDC-45970C366C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9311" y="1731963"/>
            <a:ext cx="6943852" cy="4059237"/>
          </a:xfrm>
        </p:spPr>
      </p:pic>
    </p:spTree>
    <p:extLst>
      <p:ext uri="{BB962C8B-B14F-4D97-AF65-F5344CB8AC3E}">
        <p14:creationId xmlns:p14="http://schemas.microsoft.com/office/powerpoint/2010/main" val="1059448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035B7-1205-957E-28F4-84F4A1389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КЛАССОВ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C13391-821C-4EE4-2E6B-0D44BD253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реализации предполагается создать отдельные классы: «поле», «игрок», «враг».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432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91F747-5E26-174C-2154-E43A8DD45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ИГРОВОЕ ПОЛЕ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E0CD941-CD61-916D-6CA5-67F9EE337A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6808" y="1580050"/>
            <a:ext cx="5267735" cy="4679920"/>
          </a:xfrm>
        </p:spPr>
      </p:pic>
    </p:spTree>
    <p:extLst>
      <p:ext uri="{BB962C8B-B14F-4D97-AF65-F5344CB8AC3E}">
        <p14:creationId xmlns:p14="http://schemas.microsoft.com/office/powerpoint/2010/main" val="31262307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Красный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43372978-11FE-4814-AC26-BC300187D8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TM04033929[[fn=Сланец]]</Template>
  <TotalTime>9</TotalTime>
  <Words>113</Words>
  <Application>Microsoft Office PowerPoint</Application>
  <PresentationFormat>Широкоэкранный</PresentationFormat>
  <Paragraphs>14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Calibri</vt:lpstr>
      <vt:lpstr>Calisto MT</vt:lpstr>
      <vt:lpstr>Times New Roman</vt:lpstr>
      <vt:lpstr>Wingdings 2</vt:lpstr>
      <vt:lpstr>Сланец</vt:lpstr>
      <vt:lpstr>Создание игры-шутера</vt:lpstr>
      <vt:lpstr>Цель: создание шутера, игры, выполняющей ряд функций:</vt:lpstr>
      <vt:lpstr>СОЗДАНИЕ ГЛАВНОГО ЭКРАНА, МЕНЮ</vt:lpstr>
      <vt:lpstr>СОЗДАНИЕ ГЛАВНОГО ЭКРАНА, МЕНЮ</vt:lpstr>
      <vt:lpstr>СТРУКТУРА КЛАССОВ</vt:lpstr>
      <vt:lpstr>ИГРОВОЕ ПОЛЕ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Elena Ponkina</dc:creator>
  <cp:lastModifiedBy>Elena Ponkina</cp:lastModifiedBy>
  <cp:revision>1</cp:revision>
  <dcterms:created xsi:type="dcterms:W3CDTF">2025-01-27T16:37:05Z</dcterms:created>
  <dcterms:modified xsi:type="dcterms:W3CDTF">2025-01-27T16:46:15Z</dcterms:modified>
</cp:coreProperties>
</file>